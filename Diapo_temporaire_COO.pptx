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164592" cy="514350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3520440"/>
            <a:ext cx="1828800" cy="347472"/>
          </a:xfrm>
          <a:prstGeom prst="rect">
            <a:avLst>
              <a:gd name="adj" fmla="val 13158"/>
            </a:avLst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SAE COO SD2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Science des Données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Orientée Objet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2468880"/>
            <a:ext cx="3017520" cy="36576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 Delin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Mars 2025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Swing  ·  MigLayout  ·  JCalendar  ·  CSV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ce projet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académique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— Situation d'Apprentissage et d'Évaluation dans le cadre du BUT Science des Données (Semestre 3).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Objectif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application Java complète orientée objet pour gérer des réservations universitaires avec interface graphique.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Livrables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commenté  ·  Documentation UML  ·  Support oral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141732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92040" y="1417320"/>
            <a:ext cx="64008" cy="73152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5663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Données réelles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56632" y="1764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CSV anonymisé 2021–2022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258568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2258568"/>
            <a:ext cx="64008" cy="73152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56632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Orientée Objet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3099816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3099816"/>
            <a:ext cx="64008" cy="73152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3145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Interface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56632" y="3447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+ MigLayout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941064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941064"/>
            <a:ext cx="64008" cy="73152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Persistance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56632" y="4288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CSV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l'application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45920"/>
            <a:ext cx="685800" cy="685800"/>
          </a:xfrm>
          <a:prstGeom prst="oval">
            <a:avLst/>
          </a:prstGeom>
          <a:solidFill>
            <a:srgbClr val="D8E8FF"/>
          </a:solidFill>
          <a:ln w="12700">
            <a:solidFill>
              <a:srgbClr val="D8E8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55648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50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modifier,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afficher, supprimer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4617720"/>
            <a:ext cx="1508760" cy="9144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93976" y="141732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05456" y="1645920"/>
            <a:ext cx="685800" cy="685800"/>
          </a:xfrm>
          <a:prstGeom prst="oval">
            <a:avLst/>
          </a:prstGeom>
          <a:solidFill>
            <a:srgbClr val="D8E8FF"/>
          </a:solidFill>
          <a:ln w="12700">
            <a:solidFill>
              <a:srgbClr val="D8E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755648"/>
            <a:ext cx="466344" cy="4663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39696" y="2450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139696" y="2880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ressources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093976" y="4617720"/>
            <a:ext cx="1508760" cy="9144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76472" y="141732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187952" y="1645920"/>
            <a:ext cx="685800" cy="685800"/>
          </a:xfrm>
          <a:prstGeom prst="oval">
            <a:avLst/>
          </a:prstGeom>
          <a:solidFill>
            <a:srgbClr val="D8E8FF"/>
          </a:solidFill>
          <a:ln w="12700">
            <a:solidFill>
              <a:srgbClr val="D8E8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755648"/>
            <a:ext cx="466344" cy="4663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22192" y="2450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822192" y="2880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dates/heures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776472" y="4617720"/>
            <a:ext cx="1508760" cy="9144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58968" y="141732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870448" y="1645920"/>
            <a:ext cx="685800" cy="685800"/>
          </a:xfrm>
          <a:prstGeom prst="oval">
            <a:avLst/>
          </a:prstGeom>
          <a:solidFill>
            <a:srgbClr val="D8E8FF"/>
          </a:solidFill>
          <a:ln w="12700">
            <a:solidFill>
              <a:srgbClr val="D8E8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755648"/>
            <a:ext cx="466344" cy="4663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04688" y="2450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504688" y="2880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depuis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CSV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58968" y="4617720"/>
            <a:ext cx="1508760" cy="9144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141464" y="141732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552944" y="1645920"/>
            <a:ext cx="685800" cy="685800"/>
          </a:xfrm>
          <a:prstGeom prst="oval">
            <a:avLst/>
          </a:prstGeom>
          <a:solidFill>
            <a:srgbClr val="D8E8FF"/>
          </a:solidFill>
          <a:ln w="12700">
            <a:solidFill>
              <a:srgbClr val="D8E8F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755648"/>
            <a:ext cx="466344" cy="4663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87184" y="2450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187184" y="2880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141464" y="4617720"/>
            <a:ext cx="1508760" cy="9144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packages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45720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CreationUser.java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4688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ModifieUser.java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9718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DeleteUser.java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PrintUser.java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72968" y="1417320"/>
            <a:ext cx="2651760" cy="457200"/>
          </a:xfrm>
          <a:prstGeom prst="rect">
            <a:avLst/>
          </a:prstGeom>
          <a:solidFill>
            <a:srgbClr val="0E9172"/>
          </a:solidFill>
          <a:ln w="12700">
            <a:solidFill>
              <a:srgbClr val="0E91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PaneRessources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72968" y="192024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CreationRessources.java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72968" y="242316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24688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ModifieRessources.java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292608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82696" y="29718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DeleteRessources.java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72968" y="342900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PrintRessources.java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25896" y="1417320"/>
            <a:ext cx="2651760" cy="457200"/>
          </a:xfrm>
          <a:prstGeom prst="rect">
            <a:avLst/>
          </a:prstGeom>
          <a:solidFill>
            <a:srgbClr val="C4600E"/>
          </a:solidFill>
          <a:ln w="12700">
            <a:solidFill>
              <a:srgbClr val="C460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25896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PaneReservations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25896" y="192024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CreationReservations.java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25896" y="242316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24688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ModifieReservations.java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25896" y="292608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29718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DeleteReservations.java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25896" y="342900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35624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PrintReservations.java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069080"/>
            <a:ext cx="8503920" cy="457200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0690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CSV.java   ·   MainWindow.java   ·   Utilisateur.java   ·   Ressources.java   ·   Reservations.java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5902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Classes communes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ORIENTÉE OBJET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80160"/>
            <a:ext cx="84124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773168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Source : DiagrammeClasse.loo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— INTERFACE GRAPHIQUE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+ MigLayout + JCalendar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572000" cy="75895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64008" cy="758952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72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+ JMenuBar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via JMenuBar (3 menus : User, Ressources, Reservation). Chaque item déclenche un setContentPane() pour charger le bon panel.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4572000" cy="75895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67712"/>
            <a:ext cx="64008" cy="758952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225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 implémente ActionListener. actionPerformed() détecte la source et instancie le panel correspondant + frame.revalidate().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118104"/>
            <a:ext cx="4572000" cy="75895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18104"/>
            <a:ext cx="64008" cy="758952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72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MigLayout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65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layout avancé. Syntaxe déclarative : "[grow]", "cell 0 1,growx". Utilisé dans tous les panels.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68496"/>
            <a:ext cx="4572000" cy="75895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68496"/>
            <a:ext cx="64008" cy="758952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JCalendar / JGoodies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315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JDateChooser pour les dates (format dd/MM/yyyy). JGoodies pour les layouts de formulaires.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57800" y="1417320"/>
            <a:ext cx="3566160" cy="3429000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50876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Navigation MainWindow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actionPerformed(ActionEvent e){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 src = e.getSource();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(src == userCreate)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frame.setContentPane(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CreationUser());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frame.revalidate();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frame.repaint();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MigLayout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setLayout(new MigLayout(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"", "[grow]",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"[grow][50]"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— PERSISTANCE DES DONNÉES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CSV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463040" cy="118872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CSV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extraction-2021-2022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-anonym.csv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37360" y="1993392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874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56816" y="1463040"/>
            <a:ext cx="1463040" cy="1188720"/>
          </a:xfrm>
          <a:prstGeom prst="rect">
            <a:avLst/>
          </a:prstGeom>
          <a:solidFill>
            <a:srgbClr val="0E9172"/>
          </a:solidFill>
          <a:ln w="12700">
            <a:solidFill>
              <a:srgbClr val="0E91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02536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CSV.java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02536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split(";") ligne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ligne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19856" y="1993392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874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39312" y="1463040"/>
            <a:ext cx="1463040" cy="1188720"/>
          </a:xfrm>
          <a:prstGeom prst="rect">
            <a:avLst/>
          </a:prstGeom>
          <a:solidFill>
            <a:srgbClr val="C4600E"/>
          </a:solidFill>
          <a:ln w="12700">
            <a:solidFill>
              <a:srgbClr val="C4600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85032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Java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85032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/ Reservations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02352" y="1993392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02936" y="1874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1463040"/>
            <a:ext cx="1463040" cy="118872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67528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Swing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67528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84848" y="1993392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5432" y="1874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04304" y="1463040"/>
            <a:ext cx="14630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50024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50024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fichier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à jour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fichier CSV :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5468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Colonne CSV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Exemple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Réservation au nom de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mono1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Identifiant de l'utilisateur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Domaines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PC Courte Duree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Catégorie de la ressource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Ressource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PC B CD 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Nom de la ressource réservée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DELL Latitude E5580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Description matérielle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Heure - Durée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mercredi 01 sept. 2021 08:30:00 - 9 heure(s)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Date de début + durée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Emprunt / Maintenance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Nature de la réservation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Dernière mise à jour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mardi 29 juin 2021 15:33:18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Date de dernière modification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— PATTERNS &amp; BONNES PRATIQUES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069080" cy="1600200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64008" cy="160020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544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par setContentPane()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93852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 implémente ActionListener. Chaque clic menu instancie le panel correspondant et le charge via frame.setContentPane() + revalidate().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69080" cy="1600200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63040"/>
            <a:ext cx="64008" cy="1600200"/>
          </a:xfrm>
          <a:prstGeom prst="rect">
            <a:avLst/>
          </a:prstGeom>
          <a:solidFill>
            <a:srgbClr val="0E9172"/>
          </a:solidFill>
          <a:ln w="12700">
            <a:solidFill>
              <a:srgbClr val="0E91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5544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statiques partagées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93852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entité (Utilisateur, Ressources, Reservations) possède une ArrayList static — liste_utilisateur, liste_ressource, liste_reservations — partagée entre toutes les instances.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4069080" cy="1600200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246120"/>
            <a:ext cx="64008" cy="1600200"/>
          </a:xfrm>
          <a:prstGeom prst="rect">
            <a:avLst/>
          </a:prstGeom>
          <a:solidFill>
            <a:srgbClr val="C4600E"/>
          </a:solidFill>
          <a:ln w="12700">
            <a:solidFill>
              <a:srgbClr val="C460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CSV.java — lecture/écriture fichier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372160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chargement() : BufferedReader + split(";") ligne par ligne. export() : FileWriter. Note : export() utilise des données hardcodées (non connecté aux entités).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69080" cy="1600200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246120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non implémentées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372160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print_reserv() dans Reservations.java a un corps vide. Piste d'amélioration identifiée : connecter CSV.java aux ArrayLists des entités métier.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06040" cy="411480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911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POO, typage fort, JVM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4173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417320"/>
            <a:ext cx="2606040" cy="41148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27832" y="1911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27832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JPanel, JTable, JComboBox, JButton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417320"/>
            <a:ext cx="2606040" cy="411480"/>
          </a:xfrm>
          <a:prstGeom prst="rect">
            <a:avLst/>
          </a:prstGeom>
          <a:solidFill>
            <a:srgbClr val="0E9172"/>
          </a:solidFill>
          <a:ln w="12700">
            <a:solidFill>
              <a:srgbClr val="0E91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MigLayout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2472" y="1911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layout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déclarative, cell-based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00400"/>
            <a:ext cx="260604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JCalendar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Sélecteur de dates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JDateChooser, format dd/MM/yyyy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3200400"/>
            <a:ext cx="26060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783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JGoodies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27832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formulaires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27832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FormLayout, ColumnSpec, RowSpec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3200400"/>
            <a:ext cx="260604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6247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62472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des données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62472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 + FileWriter, split(";") 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137160" cy="514350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attention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 Delin — BUT SD S3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49240" y="822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réalisé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8988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0" y="1362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Java complète avec GUI Swing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1109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883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entités métier (Utilisateur, Ressources, Réservations)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43230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2404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panels CRUD organisés par responsabilité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95351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9280" y="2926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de données CSV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47472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69280" y="3447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OO documentée (diagramme UML)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995928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69280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: MigLayout · JCalendar · JGoodies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 COO SD2 — Gestion de Réservations</dc:title>
  <dc:subject>PptxGenJS Presentation</dc:subject>
  <dc:creator>PptxGenJS</dc:creator>
  <cp:lastModifiedBy>PptxGenJS</cp:lastModifiedBy>
  <cp:revision>1</cp:revision>
  <dcterms:created xsi:type="dcterms:W3CDTF">2026-03-05T14:03:13Z</dcterms:created>
  <dcterms:modified xsi:type="dcterms:W3CDTF">2026-03-05T14:03:13Z</dcterms:modified>
</cp:coreProperties>
</file>